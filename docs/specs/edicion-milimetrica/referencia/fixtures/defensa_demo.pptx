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Adición de cal en las propiedades mecánicas del suelo natural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Juan Pérez Rojas · Sustentación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CBR sube de 4,2 % a 14,6 % con 5 % de cal</a:t>
            </a:r>
          </a:p>
          <a:p>
            <a:r>
              <a:t>El índice de plasticidad baja de 24 a 9</a:t>
            </a:r>
          </a:p>
          <a:p>
            <a:r>
              <a:t>La compresión no confinada aumenta un 18 %</a:t>
            </a:r>
          </a:p>
        </p:txBody>
      </p:sp>
      <p:sp>
        <p:nvSpPr>
          <p:cNvPr id="4" name="Nota"/>
          <p:cNvSpPr/>
          <p:nvPr/>
        </p:nvSpPr>
        <p:spPr>
          <a:xfrm>
            <a:off x="6192000" y="5400000"/>
            <a:ext cx="2520000" cy="900000"/>
          </a:xfrm>
          <a:prstGeom prst="roundRect">
            <a:avLst/>
          </a:prstGeom>
          <a:solidFill>
            <a:srgbClr val="1F4E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solidFill>
                  <a:srgbClr val="FFFFFF"/>
                </a:solidFill>
              </a:rPr>
              <a:t>Cumple el Manual de Carreteras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Esquema del ensayo</a:t>
            </a:r>
          </a:p>
        </p:txBody>
      </p:sp>
      <p:grpSp>
        <p:nvGrpSpPr>
          <p:cNvPr id="5" name="Montaje"/>
          <p:cNvGrpSpPr/>
          <p:nvPr/>
        </p:nvGrpSpPr>
        <p:grpSpPr>
          <a:xfrm>
            <a:off x="1440000" y="2520000"/>
            <a:ext cx="5040000" cy="1440000"/>
            <a:chOff x="1440000" y="2520000"/>
            <a:chExt cx="5040000" cy="1440000"/>
          </a:xfrm>
        </p:grpSpPr>
        <p:sp>
          <p:nvSpPr>
            <p:cNvPr id="3" name="Muestra"/>
            <p:cNvSpPr/>
            <p:nvPr/>
          </p:nvSpPr>
          <p:spPr>
            <a:xfrm>
              <a:off x="1440000" y="2520000"/>
              <a:ext cx="2160000" cy="1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rensa"/>
            <p:cNvSpPr/>
            <p:nvPr/>
          </p:nvSpPr>
          <p:spPr>
            <a:xfrm>
              <a:off x="4320000" y="2520000"/>
              <a:ext cx="2160000" cy="144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